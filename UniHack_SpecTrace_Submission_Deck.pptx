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kshay-khichi/UniHack" TargetMode="External"/><Relationship Id="rId2" Type="http://schemas.openxmlformats.org/officeDocument/2006/relationships/hyperlink" Target="https://drive.google.com/drive/folders/12YQEJElPQPIxFCnwWzJ43MpMh6RsVuiC" TargetMode="External"/><Relationship Id="rId3" Type="http://schemas.openxmlformats.org/officeDocument/2006/relationships/hyperlink" Target="https://unihack-nyab.onrender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Guidelines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Kindly use the given template for submitting your prototype (Make a copy of the template)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One team is only required to submit one project.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Follow this template while preparing your presentation.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You are welcome to add as many POCs and design concepts to support your project.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The project should be feasible and the team members should be capable enough, to come up with the fully functioning prototype of the same idea, if required.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7490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3749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B4D8"/>
                </a:solidFill>
              </a:rPr>
              <a:t>UniHack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AI-Powered Product Intelligence for Industrial Commerce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SpecTrace — Automated 8-Stage Catalog Enrichment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71"/>
                </a:solidFill>
              </a:rPr>
              <a:t>Team Details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46177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71"/>
                </a:solidFill>
              </a:rPr>
              <a:t>a. Team name:          </a:t>
            </a:r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SpecTrace Innovators
</a:t>
            </a:r>
            <a:pPr indent="0" marL="0">
              <a:buNone/>
            </a:pPr>
            <a:r>
              <a:rPr lang="en-US" sz="2200" b="1" dirty="0">
                <a:solidFill>
                  <a:srgbClr val="003B71"/>
                </a:solidFill>
              </a:rPr>
              <a:t>b. Team leader name:  </a:t>
            </a:r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Rahul Karn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Brief about your solution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SpecTrace turns messy industrial product feeds into search-ready catalog listings: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Cleans and standardizes raw distributor input, removing placeholder brand tags.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Sorts products into categories and writes 5 description versions (invoice, mobile, short, long, marketing).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Fills all 252 required Unilog columns with 100% completion across 1,000 items in CSV and XLSX.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• Disambiguates genuine product brands from supplier/distributor names.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Core Questions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1. How does it enrich minimal product info?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Extracts dimensions, materials, and series numbers from raw text using structured LLM reasoning.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Separates real product brands from distributor names and fills up to 50 attribute fields with correct units.
</a:t>
            </a:r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2. How does it ensure accuracy and trust?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Computes confidence scores per product; flags low-confidence items for automated human review.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Deterministic check confirms output matches all 252 expected Unilog columns exactly.
</a:t>
            </a:r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3. What makes it scalable for enterprise catalogs?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Multi-key API pool rotates credentials automatically to stay within rate limits and daily quotas.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Persistent row-index caching prevents re-processing; modular core allows swapping in other LLMs.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Opportunities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a. How different is it from existing ideas?
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• Handles messy real-world data (duplicate part numbers, inconsistent entries) without losing records.
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• Matches the exact 252-column enterprise format distributors need, not an approximation.
</a:t>
            </a:r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b. How will it solve the problem statement given?
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• Automates the full 8-stage pipeline end to end — from raw feed ingestion to review-ready export.
</a:t>
            </a:r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c. USP of the proposed solution
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• Fully automated pipeline hitting the exact enterprise schema with brand separation and zero data loss.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List of features offered by the solution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1. Automatic 3-Level Categorization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Department &gt; Class &gt; Fine taxonomy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2. Five Description Formats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Invoice &lt;=40 char, Mobile, Short, Long, Marketing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3. Technical Attribute &amp; Unit Normalizer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Structured extraction with standardized units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4. Authentic Brand Disambiguation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Separates genuine brand from distributor name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5. Multi-Key API Round-Robin Pool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Automated 15 RPM throttling &amp; daily quota failover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0" y="160020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6. 252 Canonical Delivery Columns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100% verified schema adherence (0 drift)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7. Confidence Scoring &amp; Review Queue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Multi-factor certainty with review flagging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8. Fast In-Memory Dataset Caching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Instant millisecond UI response for 1,000 SKUs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9. Dual-Format Delivery Exporter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Instant export of verified CSV &amp; native XLSX
</a:t>
            </a:r>
            <a:pPr indent="0" marL="0">
              <a:buNone/>
            </a:pPr>
            <a:r>
              <a:rPr lang="en-US" sz="1800" b="1" dirty="0">
                <a:solidFill>
                  <a:srgbClr val="003B71"/>
                </a:solidFill>
              </a:rPr>
              <a:t>10. Interactive Web Dashboard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Full catalog curation, search, and batch actions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Process flow diagram or Use-case diagram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600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Stage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Raw Feed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6 Raw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CE"/>
                </a:solidFill>
              </a:rPr>
              <a:t>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14600" y="1645920"/>
            <a:ext cx="1600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737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Stage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Brand Pre-Process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514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Isolate Brand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908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CE"/>
                </a:solidFill>
              </a:rPr>
              <a:t>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97680" y="1645920"/>
            <a:ext cx="1600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737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Stage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AI Reasoning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2514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Taxonomy + Copy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CE"/>
                </a:solidFill>
              </a:rPr>
              <a:t>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1645920"/>
            <a:ext cx="1600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737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Stage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Rule Cleansing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2514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UOM &amp; Casing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CE"/>
                </a:solidFill>
              </a:rPr>
              <a:t>➔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863840" y="1645920"/>
            <a:ext cx="1600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1737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Stage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0956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Confidence Check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09560" y="2514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Review Flagging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CE"/>
                </a:solidFill>
              </a:rPr>
              <a:t>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46920" y="1645920"/>
            <a:ext cx="1600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6920" y="1737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Stage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9264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252-Col Delivery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0" y="2514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CSV &amp; XLSX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3291840"/>
            <a:ext cx="10698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• Ingestion &amp; Caching: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Raw distributor input loaded and indexed with zero data loss.
</a:t>
            </a:r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• AI Reasoning &amp; Enrichment: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Gemini reasoning extracts taxonomy, attributes, and 5 copy tiers.
</a:t>
            </a:r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• Cleansing &amp; Validation: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Enforces Invoice &lt;=40 char ALL CAPS and strict unit standards.
</a:t>
            </a:r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• Enterprise Delivery: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All 1,000 items formatted into 252 canonical columns.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Wireframes/Mock diagrams of the proposed solution (optional)</a:t>
            </a:r>
            <a:endParaRPr lang="en-US" sz="2600" dirty="0"/>
          </a:p>
        </p:txBody>
      </p:sp>
      <p:pic>
        <p:nvPicPr>
          <p:cNvPr id="7" name="Image 0" descr="C:/Users/akshay/.gemini/antigravity/brain/614561b1-1c6c-4cc7-ae9b-fc1c96510726/.user_uploaded/media_17875052159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621792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164592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• Top Navigation: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Real-time KPIs, global search, light/dark theme toggle.
</a:t>
            </a:r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• Left Sidebar: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Dashboard, Products, Review Queue, UniHack Enrichment.
</a:t>
            </a:r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• Main Workspace: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Drag-and-drop CSV upload, batch selection table, product inspector, and 252-col export buttons.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Architecture diagram of the proposed solution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47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Client Layer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97680" y="184708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React 18  •  TanStack Router  •  Tailwind CSS  •  Radix UI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0" y="2514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815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API Layer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297680" y="30815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Node.js Express  •  TypeScript  •  Zod Validation  •  REST Routes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0" y="3749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159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Processing Layer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297680" y="43159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Multi-Key Pool (4 Keys)  •  Gemini 3.5 Flash  •  JSON Parser  •  UOM Normalizer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69280" y="4983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534924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5504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B71"/>
                </a:solidFill>
              </a:rPr>
              <a:t>Storage &amp; Export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297680" y="55504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In-Memory Cache  •  NDJSON Persistence  •  252-Col CSV &amp; XLSX Generator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Technologies used in the solution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Frontend: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React 18, Vite, TypeScript, TanStack Router, TanStack Table, Tailwind CSS
</a:t>
            </a:r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Backend: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Node.js, Express, TypeScript, Zod validation, xlsx spreadsheet engine, Pino
</a:t>
            </a:r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AI Engine: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Google Gemini API (@google/genai SDK) with multi-key pool rotation
</a:t>
            </a:r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Deployment: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Render cloud web service, GitHub Actions automated CI/CD pipeline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Estimated implementation cost (optional)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Cloud Hosting: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~$7 – $25 / month (Render Starter / AWS ECS web app hosting)
</a:t>
            </a:r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AI Inference: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~$0.075 per 1,000 products (Gemini 3.5 Flash Lite)
</a:t>
            </a:r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Cost per Record: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~$0.0001 per enriched product listing
</a:t>
            </a:r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• Operational Savings: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&gt;99.9% cost reduction compared to manual catalog curation teams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Snapshots of the MVP</a:t>
            </a:r>
            <a:endParaRPr lang="en-US" sz="2600" dirty="0"/>
          </a:p>
        </p:txBody>
      </p:sp>
      <p:pic>
        <p:nvPicPr>
          <p:cNvPr id="7" name="Image 0" descr="C:/Users/akshay/.gemini/antigravity/brain/614561b1-1c6c-4cc7-ae9b-fc1c96510726/.user_uploaded/media_17875052159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12064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577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Batch Enrichment (1,000 Items Loaded, 100% Succeeded, 0 Failed)</a:t>
            </a:r>
            <a:endParaRPr lang="en-US" sz="1200" dirty="0"/>
          </a:p>
        </p:txBody>
      </p:sp>
      <p:pic>
        <p:nvPicPr>
          <p:cNvPr id="9" name="Image 1" descr="C:/Users/akshay/.gemini/antigravity/brain/614561b1-1c6c-4cc7-ae9b-fc1c96510726/.user_uploaded/media_17875052159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577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Catalog Governance Dashboard (Quality Breakdown, 94% Avg Quality)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Additional Details/Future Development (if any)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1. Automated OEM Web Crawling: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Auto-crawl manufacturer datasheets for deeper technical specs.
</a:t>
            </a:r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2. Computer Vision Pipeline: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Automated product image processing and diagram classification.
</a:t>
            </a:r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3. Direct Enterprise ERP/PIM Connectors: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Turn-key integrations with enterprise catalog platforms (Akeneo, SAP, Shopify).
</a:t>
            </a:r>
            <a:pPr indent="0" marL="0">
              <a:buNone/>
            </a:pPr>
            <a:r>
              <a:rPr lang="en-US" sz="2000" b="1" dirty="0">
                <a:solidFill>
                  <a:srgbClr val="003B71"/>
                </a:solidFill>
              </a:rPr>
              <a:t>4. Custom LOV Taxonomy Validation: 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Strict validation against enterprise client master taxonomy and picklist rules.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unilog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UniHack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B71"/>
                </a:solidFill>
              </a:rPr>
              <a:t>Provide links to your: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6984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1. GitHub Public Repository</a:t>
            </a:r>
            <a:endParaRPr lang="en-US" sz="21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05840" y="2286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072C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https://github.com/Akshay-khichi/UniHack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06984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2. Demo Video Link (3 Minutes)</a:t>
            </a:r>
            <a:endParaRPr lang="en-US" sz="21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005840" y="3794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072C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https://drive.google.com/drive/folders/12YQEJElPQPIxFCnwWzJ43MpMh6RsVuiC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106984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71"/>
                </a:solidFill>
              </a:rPr>
              <a:t>3. Working Prototype Link</a:t>
            </a:r>
            <a:endParaRPr lang="en-US" sz="21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005840" y="5303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072C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https://unihack-nyab.onrender.com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unilog  |  H2S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B4D8"/>
                </a:solidFill>
              </a:rPr>
              <a:t>UniHack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AI-Powered Product Intelligence for Industrial Commerce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4937760"/>
            <a:ext cx="103327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Live Demo: https://unihack-nyab.onrender.com   •   GitHub: https://github.com/Akshay-khichi/UniHack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SpecTrace Innovators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SpecTrace — AI-Powered Product Intelligence for Industrial Commerce</dc:title>
  <dc:subject>PptxGenJS Presentation</dc:subject>
  <dc:creator>Rahul Karn</dc:creator>
  <cp:lastModifiedBy>Rahul Karn</cp:lastModifiedBy>
  <cp:revision>1</cp:revision>
  <dcterms:created xsi:type="dcterms:W3CDTF">2026-08-23T17:19:34Z</dcterms:created>
  <dcterms:modified xsi:type="dcterms:W3CDTF">2026-08-23T17:19:34Z</dcterms:modified>
</cp:coreProperties>
</file>