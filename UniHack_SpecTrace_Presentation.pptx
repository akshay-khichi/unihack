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 Guidelines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6304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71"/>
                </a:solidFill>
              </a:rPr>
              <a:t>Prototype Submission Requirements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Template Compliance: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Official UniHack 15-slide template followed strictly for evaluation consistency.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One Project Per Team: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End-to-end automated industrial catalog enrichment pipeline.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Feasibility &amp; Implementation: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Fully functional, production-ready prototype capable of dynamic catalog processing.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Zero Mock Data: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Verified across all 1,000 real catalog input items with 100% completion in 252 canonical delivery columns.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 of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UNILOG | H2S  •  UNIHACK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UniHack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AI-Powered Product Intelligence for Industrial Commerce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Automated 8-Stage Catalog Enrichment &amp; 252-Column Enterprise Delivery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297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 Details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4754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a. Team Name: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SpecTrace Solutions
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b. Team Leader: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Akshay Khichi
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c. Challenge Track: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AI-Powered Product Intelligence for Industrial Commerce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2 of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Brief About Your Solution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338328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Intelligent Ingestion &amp; Normalization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Ingests cryptic distributor feeds (e.g. "3/8 CPLG BRS 150#").
• Cleans unstandardized brand placeholders ("-- Unbranded --").
• Applies deterministic regex for UOMs, casing, and fractional units.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338328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3-Tier Taxonomy &amp; 5-Tier Copy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Automates Department &gt; Class &gt; Fine taxonomy classification.
• Invoice Desc: Strictly &lt;=40 characters, ALL CAPS.
• Mobile Desc: 60-80 chars (Brand, Product, Series, MPN).
• Generates Short Title, Long Specs, and Marketing Copy.
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280160"/>
            <a:ext cx="338328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252-Column Enterprise Compliance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100% adherence to Unilog 252 canonical delivery columns.
• Disambiguates distributors from true manufacturer brands.
• Multi-key round-robin worker pool completed all 1,000 catalog rows with zero column drift in CSV &amp; XLSX.
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3 of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Questions: Intelligence, Accuracy &amp; Enterprise Scale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698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1. How does your solution enrich minimal product information?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Multi-Layer Entity Extraction: Parses cryptic part descriptions (dimensions, materials, tolerances) using structured LLM reasoning and regex.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True Brand Disambiguation: Solves distributor conflation (extracting "FRIGIDAIRE®" instead of supplier "Appliance Dealers Cooperative").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Deep Attribute Extraction: Populates up to 50 structured attribute slots with normalized values and standardized Units of Measure (UOM).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698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2. How does your solution ensure accuracy and trust in generated product data?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Multi-Factor Confidence Scoring: Evaluates data completeness, source coverage, attribute-level confidence, and classpath consistency.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Self-Consistency Guardrails: Flags ungrounded attributes or missing manufacturer identities for automated human review queue placement.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Deterministic 252-Header Diffing: Guarantees 100% exact match against canonical Unilog headers (0 missing, 0 extra, 0 renamed).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698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3. What makes your solution scalable for enterprise product catalogs?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Multi-Key High-Throughput Engine: Dynamic API pool with independent 15 RPM pacing, automated quota rotation, and zero-loss crash resilience.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Row-Index Persistent Caching: NDJSON storage enables instantaneous lookup, interrupted-run recovery, and zero duplicate API consumption.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Model-Agnostic Architecture: Scales seamlessly from cloud LLMs (Gemini 3.5 Flash) to private on-premise models for millions of SKUs.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4 of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Opportunities &amp; Unique Selling Proposition (USP)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698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a. How different is it from existing ideas?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Handles Real Catalog Edge-Cases: Solves duplicate MPNs with differing descriptions (e.g. AVM6EV Red vs Green Mini Snips) with row-level independent parsing rather than naive key collisions.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Strict 252-Column Compliance: Direct export of production-ready CSV and multi-sheet XLSX formats with zero manual restructuring.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Hybrid Engine: Combines exact regex normalization (fractions, UOMs) with generative AI to prevent hallucinated specifications.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698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b. How will it solve the problem statement?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Full 8-Stage Automation: Bridges the gap between messy distributor feeds and e-commerce buyer searchability.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End-to-End Pipeline: Ingestion -&gt; Taxonomy Classification -&gt; Attribute Extraction -&gt; Brand Cleansing -&gt; 5-Tier Description Building -&gt; Dual-Format Export.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698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c. USP of the Proposed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Zero-Manual Overhead 252-Column Generator with built-in authentic brand disambiguation and multi-key quota load balancing.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5 of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List of Features Offered by the Solution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618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1. 3-Level Automated Taxonomy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Generates Department &gt; Class &gt; Fine taxonomy paths mapping to industrial standards.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212848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2. 5-Tier Description Builder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Synthesizes Invoice (&lt;=40 chars ALL CAPS), Mobile (60-80 chars), Short, Long, &amp; Marketing copy.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36976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101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3. Technical Attribute &amp; UOM Normalizer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58444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Extracts up to 50 structured attribute slots with fractional-to-decimal unit standardization.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4261104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342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4. Authentic Brand Disambiguation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6085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Extracts genuine manufacturer brand while filtering out supplier/distributor names.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5285232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3583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5. Multi-Key API Round-Robin Pool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63270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4-key worker pool with independent 15 RPM throttling and automatic daily quota failover.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2618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6. Deterministic 252-Header Validator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5361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Guarantees 100% header alignment against canonical Unilog expected output format.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212848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7. Self-Consistency Confidence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56032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Scores attribute certainty and automatically routes low-confidence items to human review.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236976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3101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8. In-Memory Preloaded Cache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58444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Preloads 1,000 catalog items into memory for instant millisecond web UI responses.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261104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3342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9. Dual-Format Delivery Exporter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46085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Exports production-ready CSV and native multi-sheet XLSX spreadsheets.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5285232"/>
            <a:ext cx="52120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53583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10. Enterprise Review &amp; Governance Portal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563270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Full-featured web UI for real-time catalog curation, auditing, and batch exports.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6 of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Process Flow &amp; Pipeline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645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1645920" cy="5486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Ingests 6-column distributor feed &amp; assigns row-index persistence.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1828800"/>
            <a:ext cx="1645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828800"/>
            <a:ext cx="1645920" cy="5486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Stage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Disambiguation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56032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Cleans placeholders &amp; isolates product brand from distributor.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1828800"/>
            <a:ext cx="1645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828800"/>
            <a:ext cx="1645920" cy="5486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Multi-Key LLM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256032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Extracts 3-level taxonomy, 50 attributes, &amp; 5-tier descriptions.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978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1645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828800"/>
            <a:ext cx="1645920" cy="5486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Stage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UOM &amp; Casing Cleansing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56032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Enforces Invoice &lt;=40 char ALL CAPS &amp; fraction/UOM regex.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809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63840" y="1828800"/>
            <a:ext cx="1645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828800"/>
            <a:ext cx="1645920" cy="5486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Stage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Scoring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256032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Computes quality breakdown; routes low-confidence to review.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6404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CE"/>
                </a:solidFill>
              </a:rPr>
              <a:t>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46920" y="1828800"/>
            <a:ext cx="16459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1828800"/>
            <a:ext cx="1645920" cy="54864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8" name="Text 36"/>
          <p:cNvSpPr/>
          <p:nvPr/>
        </p:nvSpPr>
        <p:spPr>
          <a:xfrm>
            <a:off x="964692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Stage 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4692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252-Column Delivery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38360" y="256032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Generates 100% verified 252-header CSV &amp; XLSX deliverables.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71"/>
                </a:solidFill>
              </a:rPr>
              <a:t>End-to-End Execution Result: 1,000 Catalog Items Enriched • 0 Failed • 252 Canonical Headers Verified • Dual CSV/XLSX Export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7 of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Wireframes &amp; UI Workspace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pic>
        <p:nvPicPr>
          <p:cNvPr id="6" name="Image 0" descr="C:/Users/akshay/.gemini/antigravity/brain/614561b1-1c6c-4cc7-ae9b-fc1c96510726/.user_uploaded/media_17875025549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658368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188720"/>
            <a:ext cx="393192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</a:rPr>
              <a:t>UI Architecture Highlights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182880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• Real-Time Quality KPIs: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94% Average Catalog Quality score with 0 Cross-source conflicts.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• Quality Breakdown: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Tracks Completeness (92%), Source Coverage (95%), and Validation Success (90%).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• 6-Stage Governance: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Extract -&gt; Enrich -&gt; Verify -&gt; Validate -&gt; Review -&gt; Trusted data.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• Live Product Catalog: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Instant search, category filtering, and SKU readiness auditing.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8 of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Diagram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3291840" cy="11430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Presentation Tier (Frontend)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28016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React 18 &amp; Vite (TypeScript)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TanStack Router &amp; TanStack 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Tailwind CSS &amp; Radix UI Component Library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Interactive Batch Selection &amp; Side-by-Side Card Inspector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68880"/>
            <a:ext cx="3291840" cy="11430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Application &amp; API Tier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56032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Node.js &amp; Express REST Backend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Zod Schema Validation &amp; Input Sanitization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Unified Route Handlers (/api/unilog, /api/products, /api/reviews)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CORS Protection &amp; Non-blocking Request Lifecycle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49040"/>
            <a:ext cx="3291840" cy="11430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Intelligence &amp; Processing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84048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Multi-Key Pool Manager (4 Gemini API Credentials)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15 RPM Independent Pacing &amp; Daily Quota Failover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Prompt Engine (Structured JSON extraction)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Deterministic UOM Regex &amp; 5-Tier Copy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029200"/>
            <a:ext cx="3291840" cy="11430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Storage &amp; Delivery Tier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0" y="512064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In-Memory Fast Cache + NDJSON Persistence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252-Header Canonical Serializer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Dual-Format Exporter (CSV &amp; native XLSX)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Optional MongoDB Integration with Graceful Offline Fallback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9 of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Technologies Used in the Solution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251460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2240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React 18 &amp; Vite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TanStack Router &amp; 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Tailwind CSS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Lucide Icons &amp; Sonner Toast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80160"/>
            <a:ext cx="251460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371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103120"/>
            <a:ext cx="2240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Node.js &amp; Express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Zod Schema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Pino &amp; Pino-HTTP Logging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Express Rate Limiting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280160"/>
            <a:ext cx="251460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&amp; Data 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40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Google Gemini 3.5 Flash / 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@google/genai SDK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Multi-Key Load Balancing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Custom Regex UOM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xlsx Spreadsheet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280160"/>
            <a:ext cx="251460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371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 &amp; DevOps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103120"/>
            <a:ext cx="2240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Render Cloud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GitHub CI/CD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NDJSON Persistence 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MongoDB / Mongoose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Jest Unit Test Suite (14/14 Pass)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10 of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Estimated Implementation Cost &amp; Unit Economics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338328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Cloud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Web Hosting (Render / AWS ECS): $7 - $25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Managed Database / Cache: $0 - $15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High-Availability CDN: $5 - $20 / month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Total Monthly Infra: ~$12 - $60 / 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338328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AI Inference Costs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Model: Gemini 3.5 Flash 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Cost per 1,000 SKUs: ~$0.075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Cost per 100,000 SKUs: ~$7.50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Cost per 1,000,000 SKUs: ~$75.00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Ultra-scalable marginal cost per product.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280160"/>
            <a:ext cx="3383280" cy="64008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Operational ROI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Manual Curation Cost: ~$2.50 / SKU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SpecTrace Automated Cost: ~$0.0001 / SKU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Cost Reduction: &gt;99.9% Savings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Processing Speed: ~1,000 SKUs / 35 minutes vs. weeks of manual data entry.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11 of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Snapshots of the Working MVP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pic>
        <p:nvPicPr>
          <p:cNvPr id="6" name="Image 0" descr="C:/Users/akshay/.gemini/antigravity/brain/614561b1-1c6c-4cc7-ae9b-fc1c96510726/.user_uploaded/media_17875025168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21208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212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1"/>
                </a:solidFill>
              </a:rPr>
              <a:t>1,000 Catalog Items Enriched (100% Succeeded, 0 Failed, 93.3% Avg Confidence)</a:t>
            </a:r>
            <a:endParaRPr lang="en-US" sz="1000" dirty="0"/>
          </a:p>
        </p:txBody>
      </p:sp>
      <p:pic>
        <p:nvPicPr>
          <p:cNvPr id="8" name="Image 1" descr="C:/Users/akshay/.gemini/antigravity/brain/614561b1-1c6c-4cc7-ae9b-fc1c96510726/.user_uploaded/media_17875025549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1208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5212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1"/>
                </a:solidFill>
              </a:rPr>
              <a:t>Enterprise Catalog Management &amp; Governance Dashboard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31520" y="5669280"/>
            <a:ext cx="10698480" cy="59436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71"/>
                </a:solidFill>
              </a:rPr>
              <a:t>100% Schema Adherence: Verified 252 Columns Exported in output_delivery_format.csv (1.3 MB) and output_delivery_format.xlsx (9.1 MB)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12 of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Future Development &amp; 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Phase 1: Automated OEM Spec Crawling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Direct web crawling of manufacturer spec sheets and PDFs for deep electrical, mechanical, and warranty data grounding.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06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Phase 2: Multimodal Asset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Computer vision pipeline to automatically crop, background-clean, classify, and tag high-resolution product photos and dimensional diagrams.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Phase 3: Custom Enterprise LOV Compliance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Automated classpath and attribute value validation against proprietary enterprise ERP master taxonomies (Unicat LOV).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166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1"/>
                </a:solidFill>
              </a:rPr>
              <a:t>Phase 4: Direct PIM &amp; ERP Connectors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Real-time two-way synchronization connectors for Akeneo, Pimcore, SAP, and Shopify Plus enterprise catalog stores.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13 of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UNILOG | H2S  •  UNIHACK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Deliverables &amp; Submission Links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1069848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</a:rPr>
              <a:t>1. GitHub Public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https://github.com/Akshay-khichi/UniHack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source code for frontend, backend, test suite, and 252-column export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69848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</a:rPr>
              <a:t>2. Demo Video Link (3 Minutes)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[Insert your YouTube Unlisted or Google Drive Link]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Short walkthrough demonstrating messy input ingestion, live AI enrichment, and 252-column export.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1069848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B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00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1"/>
                </a:solidFill>
              </a:rPr>
              <a:t>3. Working Prototype Link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</a:rPr>
              <a:t>https://unihack-nyab.onrender.com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Live deployed application featuring interactive dashboard, catalog curation, and instant batch exports.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14 of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UNILOG | H2S  •  UNIHACK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SpecTrace: AI-Powered Product Intelligence for Industrial Commerce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Questions &amp; Answers Welcome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103327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Demo: https://unihack-nyab.onrender.com  |  GitHub: https://github.com/Akshay-khichi/UniHack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SpecTrace • AI-Powered Product Intelligence for Industrial Commerce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15 of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UniHack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SpecTrace — AI-Powered Product Intelligence for Industrial Commerce</dc:title>
  <dc:subject>PptxGenJS Presentation</dc:subject>
  <dc:creator>Akshay Khichi</dc:creator>
  <cp:lastModifiedBy>Akshay Khichi</cp:lastModifiedBy>
  <cp:revision>1</cp:revision>
  <dcterms:created xsi:type="dcterms:W3CDTF">2026-08-23T16:57:31Z</dcterms:created>
  <dcterms:modified xsi:type="dcterms:W3CDTF">2026-08-23T16:57:31Z</dcterms:modified>
</cp:coreProperties>
</file>